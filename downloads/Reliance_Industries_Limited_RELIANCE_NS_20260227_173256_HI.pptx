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Reliance Industries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RELIANCE.NS | February 27,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रिलायंस इंडस्ट्रीज लिमिटेड (RELIANCE.NS) भारत में ऊर्जा क्षेत्र का एक प्रमुख खिलाड़ी है, जो तेल और गैस रिफाइनिंग, खुदरा और डिजिटल सेवाओं सहित विभिन्न क्षेत्रों में कार्यरत है। 1966 में स्थापित और मुंबई में मुख्यालय स्थित, कंपनी मुकेश अंबानी के नेतृत्व में एक बहुआयामी समूह में विकसित हुई है। वर्तमान में ₹1,888,645 करोड़ का बाजार पूंजीकरण और सकारात्मक भावना के साथ, रिलायंस अपने मजबूत व्यवसाय मॉडल और चल रहे मुद्रीकरण चक्र के कारण वृद्धि के लिए तैयार है। कंपनी के विविधीकृत संचालन और रणनीतिक पहलों, जैसे कि तेल स्रोतों और डिजिटल सेवाओं में संभावित विस्तार, एक आकर्षक निवेश सिद्धांत का निर्माण करते हैं। विश्लेषक FY 2028 तक 9-10% वार्षिक लाभ वृद्धि की भविष्यवाणी करते हैं, जिससे रिलायंस ऊर्जा क्षेत्र में स्थिर रिटर्न की तलाश कर रहे निवेशकों के लिए एक आकर्षक विकल्प बनता 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1966, Reliance operates in multiple sectors.</a:t>
            </a:r>
          </a:p>
          <a:p>
            <a:pPr>
              <a:spcBef>
                <a:spcPts val="600"/>
              </a:spcBef>
              <a:spcAft>
                <a:spcPts val="600"/>
              </a:spcAft>
              <a:defRPr sz="1600"/>
            </a:pPr>
            <a:r>
              <a:t>Headquartered in Mumbai, India with 4.03 lakh employees.</a:t>
            </a:r>
          </a:p>
          <a:p>
            <a:pPr>
              <a:spcBef>
                <a:spcPts val="600"/>
              </a:spcBef>
              <a:spcAft>
                <a:spcPts val="600"/>
              </a:spcAft>
              <a:defRPr sz="1600"/>
            </a:pPr>
            <a:r>
              <a:t>Engages in hydrocarbon exploration, retail, and digital services.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रिलायंस इंडस्ट्रीज लिमिटेड एक विविधीकृत कंपनी है जो कई क्षेत्रों में कार्यरत है: तेल से रसायन, तेल और गैस, खुदरा, और डिजिटल सेवाएं। इसके विस्तृत उत्पादों की पेशकश में परिष्कृत पेट्रोलियम उत्पाद, पॉलिमर, वस्त्र, और इलास्टोमर शामिल हैं। कंपनी का नवाचार और विस्तार पर रणनीतिक ध्यान इसे वैश्विक ऊर्जा परिदृश्य में अनुकूल स्थिति में रखता है। रिलायंस की भौगोलिक उपस्थिति मुख्य रूप से भारत में है, जहां यह तेल और गैस परिष्करण और विपणन उद्योग में प्रमुखता रखती है, जिससे यह ऊर्जा क्षेत्र में एक प्रमुख खिलाड़ी बन जाती 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₹1,024,547.99 Cr</a:t>
            </a:r>
          </a:p>
          <a:p>
            <a:pPr>
              <a:lnSpc>
                <a:spcPct val="120000"/>
              </a:lnSpc>
              <a:spcBef>
                <a:spcPts val="800"/>
              </a:spcBef>
              <a:spcAft>
                <a:spcPts val="800"/>
              </a:spcAft>
              <a:defRPr sz="1600"/>
            </a:pPr>
            <a:r>
              <a:t>Net Profit (TTM): ₹83,211.00 Cr</a:t>
            </a:r>
          </a:p>
          <a:p>
            <a:pPr>
              <a:lnSpc>
                <a:spcPct val="120000"/>
              </a:lnSpc>
              <a:spcBef>
                <a:spcPts val="800"/>
              </a:spcBef>
              <a:spcAft>
                <a:spcPts val="800"/>
              </a:spcAft>
              <a:defRPr sz="1600"/>
            </a:pPr>
            <a:r>
              <a:t>EBITDA: ₹168,450.99 Cr</a:t>
            </a:r>
          </a:p>
          <a:p>
            <a:pPr>
              <a:lnSpc>
                <a:spcPct val="120000"/>
              </a:lnSpc>
              <a:spcBef>
                <a:spcPts val="800"/>
              </a:spcBef>
              <a:spcAft>
                <a:spcPts val="800"/>
              </a:spcAft>
              <a:defRPr sz="1600"/>
            </a:pPr>
            <a:r>
              <a:t>EPS: ₹61.48</a:t>
            </a:r>
          </a:p>
          <a:p>
            <a:pPr>
              <a:lnSpc>
                <a:spcPct val="120000"/>
              </a:lnSpc>
              <a:spcBef>
                <a:spcPts val="800"/>
              </a:spcBef>
              <a:spcAft>
                <a:spcPts val="800"/>
              </a:spcAft>
              <a:defRPr sz="1600"/>
            </a:pPr>
            <a:r>
              <a:t>Dividend Yield: 0.39%</a:t>
            </a:r>
          </a:p>
          <a:p>
            <a:pPr>
              <a:lnSpc>
                <a:spcPct val="120000"/>
              </a:lnSpc>
              <a:spcBef>
                <a:spcPts val="800"/>
              </a:spcBef>
              <a:spcAft>
                <a:spcPts val="800"/>
              </a:spcAft>
              <a:defRPr sz="1600"/>
            </a:pPr>
            <a:r>
              <a:t>Payout Ratio: 11.00%</a:t>
            </a:r>
          </a:p>
          <a:p>
            <a:pPr>
              <a:lnSpc>
                <a:spcPct val="120000"/>
              </a:lnSpc>
              <a:spcBef>
                <a:spcPts val="800"/>
              </a:spcBef>
              <a:spcAft>
                <a:spcPts val="800"/>
              </a:spcAft>
              <a:defRPr sz="1600"/>
            </a:pPr>
            <a:r>
              <a:t>Total Assets: ₹428,843.00 Cr</a:t>
            </a:r>
          </a:p>
          <a:p>
            <a:pPr>
              <a:lnSpc>
                <a:spcPct val="120000"/>
              </a:lnSpc>
              <a:spcBef>
                <a:spcPts val="800"/>
              </a:spcBef>
              <a:spcAft>
                <a:spcPts val="800"/>
              </a:spcAft>
              <a:defRPr sz="1600"/>
            </a:pPr>
            <a:r>
              <a:t>Total Liabilities: ₹570.00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रिलायंस इंडस्ट्रीज लिमिटेड एक मजबूत वित्तीय प्रोफ़ाइल प्रस्तुत करता है, जो ₹1,024,548 करोड़ के महत्वपूर्ण राजस्व और पिछले बारह महीनों (TTM) में ₹83,211 करोड़ के शुद्ध लाभ से स्पष्ट है। EBITDA ₹168,451 करोड़ पर है, जो मजबूत परिचालन दक्षता को दर्शाता है और संचालन मार्जिन 17% है। कंपनी का लाभ मार्जिन 9.54% राजस्व उत्पन्न करने और खर्चों के बीच एक स्वस्थ संतुलन को दर्शाता है। इसके अतिरिक्त, ऋण-से-इक्विटी अनुपात 0.70 है, जो विवेकपूर्ण वित्तीय प्रबंधन को दर्शाता है। ₹223,871 करोड़ की ठोस नकद शेष राशि के साथ, रिलायंस बाजार में उतार-चढ़ाव को सहन करने और वृद्धि के अवसरों में निवेश करने के लिए अच्छी स्थिति में 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₹1,394.00</a:t>
            </a:r>
          </a:p>
          <a:p>
            <a:pPr>
              <a:lnSpc>
                <a:spcPct val="120000"/>
              </a:lnSpc>
              <a:spcBef>
                <a:spcPts val="800"/>
              </a:spcBef>
              <a:spcAft>
                <a:spcPts val="800"/>
              </a:spcAft>
              <a:defRPr sz="1600"/>
            </a:pPr>
            <a:r>
              <a:t>52-Week High: ₹1,611.80</a:t>
            </a:r>
          </a:p>
          <a:p>
            <a:pPr>
              <a:lnSpc>
                <a:spcPct val="120000"/>
              </a:lnSpc>
              <a:spcBef>
                <a:spcPts val="800"/>
              </a:spcBef>
              <a:spcAft>
                <a:spcPts val="800"/>
              </a:spcAft>
              <a:defRPr sz="1600"/>
            </a:pPr>
            <a:r>
              <a:t>52-Week Low: ₹1,114.85</a:t>
            </a:r>
          </a:p>
          <a:p>
            <a:pPr>
              <a:lnSpc>
                <a:spcPct val="120000"/>
              </a:lnSpc>
              <a:spcBef>
                <a:spcPts val="800"/>
              </a:spcBef>
              <a:spcAft>
                <a:spcPts val="800"/>
              </a:spcAft>
              <a:defRPr sz="1600"/>
            </a:pPr>
            <a:r>
              <a:t>Market Capitalization: ₹1,888,645.00 Cr</a:t>
            </a:r>
          </a:p>
          <a:p>
            <a:pPr>
              <a:lnSpc>
                <a:spcPct val="120000"/>
              </a:lnSpc>
              <a:spcBef>
                <a:spcPts val="800"/>
              </a:spcBef>
              <a:spcAft>
                <a:spcPts val="800"/>
              </a:spcAft>
              <a:defRPr sz="1600"/>
            </a:pPr>
            <a:r>
              <a:t>Beta (Volatility): 0.22</a:t>
            </a:r>
          </a:p>
          <a:p>
            <a:pPr>
              <a:lnSpc>
                <a:spcPct val="120000"/>
              </a:lnSpc>
              <a:spcBef>
                <a:spcPts val="800"/>
              </a:spcBef>
              <a:spcAft>
                <a:spcPts val="800"/>
              </a:spcAft>
              <a:defRPr sz="1600"/>
            </a:pPr>
            <a:r>
              <a:t>Recent Price Changes: -0.92% (1 Day), -1.11% (1 Week)</a:t>
            </a:r>
          </a:p>
          <a:p>
            <a:pPr>
              <a:lnSpc>
                <a:spcPct val="120000"/>
              </a:lnSpc>
              <a:spcBef>
                <a:spcPts val="800"/>
              </a:spcBef>
              <a:spcAft>
                <a:spcPts val="800"/>
              </a:spcAft>
              <a:defRPr sz="1600"/>
            </a:pPr>
            <a:r>
              <a:t>1 Year Change: +13.95%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Promoter Holding: 50.00%</a:t>
            </a:r>
          </a:p>
          <a:p>
            <a:pPr>
              <a:spcBef>
                <a:spcPts val="600"/>
              </a:spcBef>
              <a:spcAft>
                <a:spcPts val="600"/>
              </a:spcAft>
              <a:defRPr sz="1600"/>
            </a:pPr>
            <a:r>
              <a:t>FII Holding: 19.09%</a:t>
            </a:r>
          </a:p>
          <a:p>
            <a:pPr>
              <a:spcBef>
                <a:spcPts val="600"/>
              </a:spcBef>
              <a:spcAft>
                <a:spcPts val="600"/>
              </a:spcAft>
              <a:defRPr sz="1600"/>
            </a:pPr>
            <a:r>
              <a:t>DII Holding: 20.10%</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रिलायंस इंडस्ट्रीज लिमिटेड एक मजबूत बाजार स्थिति बनाए रखता है, जिसमें 50% महत्वपूर्ण प्रमोटर हिस्सेदारी है, जो इसकी रणनीतिक दिशा में स्थिरता और नियंत्रण सुनिश्चित करता है। विदेशी संस्थागत निवेशकों (FIIs) की 19.09% और घरेलू संस्थागत निवेशकों (DIIs) की 20.10% उपस्थिति कंपनी की वृद्धि संभावनाओं में विश्वास को दर्शाती है। एक प्रतिस्पर्धी परिदृश्य में जहां रिलायंस ऊर्जा क्षेत्र में प्रतिस्पर्धियों का सामना करता है, इसका विविधीकृत व्यवसाय मॉडल और रिफाइनिंग और रिटेलिंग में मजबूत बाजार हिस्सेदारी एक प्रतिस्पर्धात्मक लाभ प्रदान करती है, जो इसके सकारात्मक भावना और भविष्य की वृद्धि क्षमता में योगदान करती 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35.9/100 (Bullish)</a:t>
            </a:r>
          </a:p>
          <a:p>
            <a:pPr>
              <a:lnSpc>
                <a:spcPct val="120000"/>
              </a:lnSpc>
              <a:spcBef>
                <a:spcPts val="800"/>
              </a:spcBef>
              <a:spcAft>
                <a:spcPts val="800"/>
              </a:spcAft>
              <a:defRPr sz="1600"/>
            </a:pPr>
            <a:r>
              <a:t>News Sentiment: 42.3/100 (Strongly Bullish)</a:t>
            </a:r>
          </a:p>
          <a:p>
            <a:pPr>
              <a:lnSpc>
                <a:spcPct val="120000"/>
              </a:lnSpc>
              <a:spcBef>
                <a:spcPts val="800"/>
              </a:spcBef>
              <a:spcAft>
                <a:spcPts val="800"/>
              </a:spcAft>
              <a:defRPr sz="1600"/>
            </a:pPr>
            <a:r>
              <a:t>Yahoo Finance: 89.2/100 (Buy)</a:t>
            </a:r>
          </a:p>
          <a:p>
            <a:pPr>
              <a:lnSpc>
                <a:spcPct val="120000"/>
              </a:lnSpc>
              <a:spcBef>
                <a:spcPts val="800"/>
              </a:spcBef>
              <a:spcAft>
                <a:spcPts val="800"/>
              </a:spcAft>
              <a:defRPr sz="1600"/>
            </a:pPr>
            <a:r>
              <a:t>Twitter/X Sentiment: 0.0/100 (Neutral)</a:t>
            </a:r>
          </a:p>
          <a:p>
            <a:pPr>
              <a:lnSpc>
                <a:spcPct val="120000"/>
              </a:lnSpc>
              <a:spcBef>
                <a:spcPts val="800"/>
              </a:spcBef>
              <a:spcAft>
                <a:spcPts val="800"/>
              </a:spcAft>
              <a:defRPr sz="1600"/>
            </a:pPr>
            <a:r>
              <a:t>Positive Factors: 43.8% vs 50.0% Negative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रिलायंस इंडस्ट्रीज लिमिटेड के लिए भविष्य का दृष्टिकोण आशाजनक है, जिसमें विश्लेषकों ने कई उत्प्रेरकों द्वारा संचालित एक स्थायी वृद्धि की प्रवृत्ति की भविष्यवाणी की है। कंपनी की अपेक्षा है कि वह अपने मजबूत नकद स्थिति और निम्न-बेटा स्थिति का लाभ उठाकर बाजार की अस्थिरता को प्रभावी ढंग से संभालेगी। आय के 2028 वित्तीय वर्ष तक वर्ष-दर-वर्ष लगभग 9-10% बढ़ने की उम्मीद है, जो रिफाइनिंग के 'स्वर्ण युग', खुदरा विस्तार और टेलीकॉम नकद प्रवाह उत्पादन द्वारा समर्थित है। इसके अतिरिक्त, नए ऊर्जा पहलों, जिसमें सौर और बैटरी भंडारण शामिल हैं, से राजस्व धाराओं में महत्वपूर्ण वृद्धि हो सकती है। ₹1,715-₹1,720 का सहमति मूल्य लक्ष्य वर्तमान स्तरों से लगभग 20% की संभावित वृद्धि का सुझाव देता है, जिससे रिलायंस एक आकर्षक निवेश अवसर बनता 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Current Price: ₹1,394.00 presents a buying opportunity.</a:t>
            </a:r>
          </a:p>
          <a:p>
            <a:pPr>
              <a:spcBef>
                <a:spcPts val="600"/>
              </a:spcBef>
              <a:spcAft>
                <a:spcPts val="600"/>
              </a:spcAft>
              <a:defRPr sz="1600"/>
            </a:pPr>
            <a:r>
              <a:t>Analysts suggest a potential upside of 20%.</a:t>
            </a:r>
          </a:p>
          <a:p>
            <a:pPr>
              <a:spcBef>
                <a:spcPts val="600"/>
              </a:spcBef>
              <a:spcAft>
                <a:spcPts val="600"/>
              </a:spcAft>
              <a:defRPr sz="1600"/>
            </a:pPr>
            <a:r>
              <a:t>Strong fundamentals and market position support investment.</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वर्तमान बाजार स्थितियों और मजबूत वित्तीय मापदंडों को देखते हुए, यह अनुशंसा की जाती है कि निवेशक रिलायंस इंडस्ट्रीज लिमिटेड के शेयर खरीदने पर विचार करें। ₹1,394.00 की वर्तमान कीमत एक रणनीतिक प्रवेश बिंदु का प्रतिनिधित्व करती है, विशेष रूप से जब विश्लेषक 20% तक की संभावित वृद्धि की भविष्यवाणी कर रहे हैं। रिलायंस की मजबूत बुनियादें, इसके प्रमुख बाजार स्थिति और विविध राजस्व धाराओं के साथ मिलकर, निवेश के मामले को मजबूत बनाती हैं, जिससे यह दीर्घकालिक वृद्धि के लिए एक अनुकूल विकल्प बनता 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Potential volatility in global oil prices.</a:t>
            </a:r>
          </a:p>
          <a:p>
            <a:pPr>
              <a:lnSpc>
                <a:spcPct val="120000"/>
              </a:lnSpc>
              <a:spcBef>
                <a:spcPts val="800"/>
              </a:spcBef>
              <a:spcAft>
                <a:spcPts val="800"/>
              </a:spcAft>
              <a:defRPr sz="1600"/>
            </a:pPr>
            <a:r>
              <a:t>Dependence on international oil supply chains.</a:t>
            </a:r>
          </a:p>
          <a:p>
            <a:pPr>
              <a:lnSpc>
                <a:spcPct val="120000"/>
              </a:lnSpc>
              <a:spcBef>
                <a:spcPts val="800"/>
              </a:spcBef>
              <a:spcAft>
                <a:spcPts val="800"/>
              </a:spcAft>
              <a:defRPr sz="1600"/>
            </a:pPr>
            <a:r>
              <a:t>Regulatory changes affecting the energy sector.</a:t>
            </a:r>
          </a:p>
          <a:p>
            <a:pPr>
              <a:lnSpc>
                <a:spcPct val="120000"/>
              </a:lnSpc>
              <a:spcBef>
                <a:spcPts val="800"/>
              </a:spcBef>
              <a:spcAft>
                <a:spcPts val="800"/>
              </a:spcAft>
              <a:defRPr sz="1600"/>
            </a:pPr>
            <a:r>
              <a:t>Geopolitical tensions impacting oil imports.</a:t>
            </a:r>
          </a:p>
          <a:p>
            <a:pPr>
              <a:lnSpc>
                <a:spcPct val="120000"/>
              </a:lnSpc>
              <a:spcBef>
                <a:spcPts val="800"/>
              </a:spcBef>
              <a:spcAft>
                <a:spcPts val="800"/>
              </a:spcAft>
              <a:defRPr sz="1600"/>
            </a:pPr>
            <a:r>
              <a:t>Market competition from domestic and international players.</a:t>
            </a:r>
          </a:p>
          <a:p>
            <a:pPr>
              <a:lnSpc>
                <a:spcPct val="120000"/>
              </a:lnSpc>
              <a:spcBef>
                <a:spcPts val="800"/>
              </a:spcBef>
              <a:spcAft>
                <a:spcPts val="800"/>
              </a:spcAft>
              <a:defRPr sz="1600"/>
            </a:pPr>
            <a:r>
              <a:t>Fluctuations in demand for petrochemical products.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अंत में, रिलायंस इंडस्ट्रीज लिमिटेड वृद्धि के लिए अच्छी स्थिति में है, जिसे मजबूत वित्तीय स्वास्थ्य और विविध व्यवसाय मॉडल का समर्थन प्राप्त है। वर्तमान तेजी की भावना सकारात्मक बाजार अपेक्षाओं को दर्शाती है, जिससे यह एक आकर्षक निवेश अवसर बनता है। आगे बढ़ते हुए, निवेशकों को आगामी आय रिपोर्टों और बाजार विकासों पर ध्यान देने के लिए प्रोत्साहित किया जाता है। रिलायंस के प्रदर्शन के संदर्भ में व्यक्तिगत निवेश रणनीतियों का आकलन करने के लिए वित्तीय सलाहकारों के साथ जुड़ना लाभकारी होगा। कुल मिलाकर, रिलायंस की पूंजी प्रशंसा की क्षमता महत्वपूर्ण बनी हुई है, जो निवेशकों से सक्रिय दृष्टिकोण की मांग करती 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