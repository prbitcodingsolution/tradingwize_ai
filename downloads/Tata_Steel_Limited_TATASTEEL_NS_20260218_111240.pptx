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Tata Steel Limited (TATASTEEL.NS)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TATASTEEL.NS | February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Founded in 1907, headquartered in Mumbai, India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Engages in manufacturing and distribution of steel products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Serves various sectors: automotive, construction, energy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Employs 1.16 L individuals globally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Revenue (TTM): ₹22,5087.93 Cr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Net Profit (TTM): ₹9,168.94 Cr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EBITDA: ₹29,218.29 Cr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Market Capitalization: ₹25,9464.31 Cr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Dividend Yield: 177.00%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Technical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Current Share Price: ₹208.04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PE Ratio: 0.33, indicating potential undervaluation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Profit Margin: 4.07%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Debt-to-Equity Ratio: 99.70, highlighting financial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Current Market 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1-Year Change: 60.94%, indicating strong upward momentum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1-Day Change: +2.44% on the latest trading day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Market Capitalization places it among top steel producers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Stable revenue generation amidst market fluctuations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Strategic investments in modernization expected to drive growth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Growing demand in infrastructure and automotive sectors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Potential for market expansion and digital transformation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Monitoring regulatory changes and market dynamics essential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Consider a 'buy-on-dip' approach for moderate risk investors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Strong earnings momentum justifies current valuation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Maintain vigilance on debt servicing and margin improvements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Balanced position advised for risk-averse investors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High debt-to-equity ratio amplifies financial risk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Thin profit margins limit operational flexibility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Market volatility and economic uncertainty present challenges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Regulatory risks could impact operational costs and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