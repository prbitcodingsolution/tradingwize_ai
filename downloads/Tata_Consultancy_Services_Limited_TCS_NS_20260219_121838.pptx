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 TCS.NS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19,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 stands as a leader in the information technology (IT) services sector, backed by a robust portfolio of AI-driven platforms designed to revolutionize various industries. Founded in 1968 and headquartered in Mumbai, TCS employs over 600,000 professionals and has established a formidable presence in key markets including the Americas and Europe. With a current bullish sentiment surrounding its stock, TCS is perceived as an attractive investment due to its consistent revenue growth, strong profitability margins, and strategic partnerships enhancing its technological capabilities. With a positive future outlook fueled by significant investments in AI and digital transformation, TCS is well-positioned to drive shareholder value, making it a compelling choice for investors seeking growth in the technology sector.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1968, headquartered in Mumbai, India.</a:t>
            </a:r>
          </a:p>
          <a:p>
            <a:pPr>
              <a:spcBef>
                <a:spcPts val="600"/>
              </a:spcBef>
              <a:spcAft>
                <a:spcPts val="600"/>
              </a:spcAft>
              <a:defRPr sz="1600"/>
            </a:pPr>
            <a:r>
              <a:t>Specializes in IT and IT-enabled services globally.</a:t>
            </a:r>
          </a:p>
          <a:p>
            <a:pPr>
              <a:spcBef>
                <a:spcPts val="600"/>
              </a:spcBef>
              <a:spcAft>
                <a:spcPts val="600"/>
              </a:spcAft>
              <a:defRPr sz="1600"/>
            </a:pPr>
            <a:r>
              <a:t>Employs over 600,000 professionals.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(TCS) operates as a prominent player in the global IT services industry, offering a wide array of technology solutions and services. The company focuses on delivering value across various sectors, including financial services, retail, and human resources. Its innovative platforms, such as TCS ADD and TCS BaNCS, showcase its commitment to leveraging artificial intelligence and cloud technologies to enhance operational efficiencies and customer engagement. With a solid geographic presence and a diverse service portfolio, TCS is strategically positioned to tap into emerging market opportunities.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₹131.78</a:t>
            </a:r>
          </a:p>
          <a:p>
            <a:pPr>
              <a:lnSpc>
                <a:spcPct val="120000"/>
              </a:lnSpc>
              <a:spcBef>
                <a:spcPts val="800"/>
              </a:spcBef>
              <a:spcAft>
                <a:spcPts val="800"/>
              </a:spcAft>
              <a:defRPr sz="1600"/>
            </a:pPr>
            <a:r>
              <a:t>Dividend Yield: 2.19%</a:t>
            </a:r>
          </a:p>
          <a:p>
            <a:pPr>
              <a:lnSpc>
                <a:spcPct val="120000"/>
              </a:lnSpc>
              <a:spcBef>
                <a:spcPts val="800"/>
              </a:spcBef>
              <a:spcAft>
                <a:spcPts val="800"/>
              </a:spcAft>
              <a:defRPr sz="1600"/>
            </a:pPr>
            <a:r>
              <a:t>Market Capitalization: ₹980248.00 Cr</a:t>
            </a:r>
          </a:p>
          <a:p>
            <a:pPr>
              <a:lnSpc>
                <a:spcPct val="120000"/>
              </a:lnSpc>
              <a:spcBef>
                <a:spcPts val="800"/>
              </a:spcBef>
              <a:spcAft>
                <a:spcPts val="800"/>
              </a:spcAft>
              <a:defRPr sz="1600"/>
            </a:pPr>
            <a:r>
              <a:t>Profit Margin: 18.39%</a:t>
            </a:r>
          </a:p>
          <a:p>
            <a:pPr>
              <a:lnSpc>
                <a:spcPct val="120000"/>
              </a:lnSpc>
              <a:spcBef>
                <a:spcPts val="800"/>
              </a:spcBef>
              <a:spcAft>
                <a:spcPts val="800"/>
              </a:spcAft>
              <a:defRPr sz="1600"/>
            </a:pPr>
            <a:r>
              <a:t>Operating Margin: 27.00%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exhibits strong financial health, highlighted by a substantial total revenue of ₹260802.01 Cr and a net profit of ₹47716.00 Cr, yielding an impressive profit margin of 18.39%. The company’s EBITDA stands at ₹68208.00 Cr, reflecting its operational efficiency and strong cash flow generation capabilities. With a debt-to-equity ratio of 0.01, TCS maintains a conservative capital structure, enabling it to invest in growth initiatives without over-leveraging. Furthermore, the company's consistent dividend payout ratio of 94% underscores its commitment to returning value to shareholders. Overall, TCS's financial metrics suggest a stable and growing enterprise with a solid foundation for future expansion.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₹2709.00</a:t>
            </a:r>
          </a:p>
          <a:p>
            <a:pPr>
              <a:lnSpc>
                <a:spcPct val="120000"/>
              </a:lnSpc>
              <a:spcBef>
                <a:spcPts val="800"/>
              </a:spcBef>
              <a:spcAft>
                <a:spcPts val="800"/>
              </a:spcAft>
              <a:defRPr sz="1600"/>
            </a:pPr>
            <a:r>
              <a:t>52-Week High: ₹3924.40</a:t>
            </a:r>
          </a:p>
          <a:p>
            <a:pPr>
              <a:lnSpc>
                <a:spcPct val="120000"/>
              </a:lnSpc>
              <a:spcBef>
                <a:spcPts val="800"/>
              </a:spcBef>
              <a:spcAft>
                <a:spcPts val="800"/>
              </a:spcAft>
              <a:defRPr sz="1600"/>
            </a:pPr>
            <a:r>
              <a:t>52-Week Low: ₹2585.00</a:t>
            </a:r>
          </a:p>
          <a:p>
            <a:pPr>
              <a:lnSpc>
                <a:spcPct val="120000"/>
              </a:lnSpc>
              <a:spcBef>
                <a:spcPts val="800"/>
              </a:spcBef>
              <a:spcAft>
                <a:spcPts val="800"/>
              </a:spcAft>
              <a:defRPr sz="1600"/>
            </a:pPr>
            <a:r>
              <a:t>Beta (Volatility): 0.25</a:t>
            </a:r>
          </a:p>
          <a:p>
            <a:pPr>
              <a:lnSpc>
                <a:spcPct val="120000"/>
              </a:lnSpc>
              <a:spcBef>
                <a:spcPts val="800"/>
              </a:spcBef>
              <a:spcAft>
                <a:spcPts val="800"/>
              </a:spcAft>
              <a:defRPr sz="1600"/>
            </a:pPr>
            <a:r>
              <a:t>1-Year Change: -28.38%</a:t>
            </a:r>
          </a:p>
          <a:p>
            <a:pPr>
              <a:lnSpc>
                <a:spcPct val="120000"/>
              </a:lnSpc>
              <a:spcBef>
                <a:spcPts val="800"/>
              </a:spcBef>
              <a:spcAft>
                <a:spcPts val="800"/>
              </a:spcAft>
              <a:defRPr sz="1600"/>
            </a:pPr>
            <a:r>
              <a:t>5-Year CAGR: 18.00%</a:t>
            </a:r>
          </a:p>
          <a:p>
            <a:pPr>
              <a:lnSpc>
                <a:spcPct val="120000"/>
              </a:lnSpc>
              <a:spcBef>
                <a:spcPts val="800"/>
              </a:spcBef>
              <a:spcAft>
                <a:spcPts val="800"/>
              </a:spcAft>
              <a:defRPr sz="1600"/>
            </a:pPr>
            <a:r>
              <a:t>Market Capitalization: ₹980248.00 Cr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Leading player in IT services sector.</a:t>
            </a:r>
          </a:p>
          <a:p>
            <a:pPr>
              <a:spcBef>
                <a:spcPts val="600"/>
              </a:spcBef>
              <a:spcAft>
                <a:spcPts val="600"/>
              </a:spcAft>
              <a:defRPr sz="1600"/>
            </a:pPr>
            <a:r>
              <a:t>Strong focus on AI and digital transformation.</a:t>
            </a:r>
          </a:p>
          <a:p>
            <a:pPr>
              <a:spcBef>
                <a:spcPts val="600"/>
              </a:spcBef>
              <a:spcAft>
                <a:spcPts val="600"/>
              </a:spcAft>
              <a:defRPr sz="1600"/>
            </a:pPr>
            <a:r>
              <a:t>Strong partnerships with tech giants like OpenAI.</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holds a prominent position in the information technology services sector, leveraging its extensive experience and innovative capabilities to maintain a competitive edge. The company's strategic emphasis on artificial intelligence and digital transformation has allowed it to forge strong partnerships with industry leaders, notably with OpenAI, enhancing its service offerings. This proactive approach not only solidifies TCS's market position but also sets the stage for sustained growth amidst evolving technological landscapes. The firm's robust client base and diverse service portfolio further contribute to its competitive advantage.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39.0/100 (Bullish)</a:t>
            </a:r>
          </a:p>
          <a:p>
            <a:pPr>
              <a:lnSpc>
                <a:spcPct val="120000"/>
              </a:lnSpc>
              <a:spcBef>
                <a:spcPts val="800"/>
              </a:spcBef>
              <a:spcAft>
                <a:spcPts val="800"/>
              </a:spcAft>
              <a:defRPr sz="1600"/>
            </a:pPr>
            <a:r>
              <a:t>News Sentiment: 60/100 (Bullish)</a:t>
            </a:r>
          </a:p>
          <a:p>
            <a:pPr>
              <a:lnSpc>
                <a:spcPct val="120000"/>
              </a:lnSpc>
              <a:spcBef>
                <a:spcPts val="800"/>
              </a:spcBef>
              <a:spcAft>
                <a:spcPts val="800"/>
              </a:spcAft>
              <a:defRPr sz="1600"/>
            </a:pPr>
            <a:r>
              <a:t>Yahoo Finance Rating: 75/100 (Buy)</a:t>
            </a:r>
          </a:p>
          <a:p>
            <a:pPr>
              <a:lnSpc>
                <a:spcPct val="120000"/>
              </a:lnSpc>
              <a:spcBef>
                <a:spcPts val="800"/>
              </a:spcBef>
              <a:spcAft>
                <a:spcPts val="800"/>
              </a:spcAft>
              <a:defRPr sz="1600"/>
            </a:pPr>
            <a:r>
              <a:t>Twitter/X Sentiment: -25/100 (Bearish)</a:t>
            </a:r>
          </a:p>
          <a:p>
            <a:pPr>
              <a:lnSpc>
                <a:spcPct val="120000"/>
              </a:lnSpc>
              <a:spcBef>
                <a:spcPts val="800"/>
              </a:spcBef>
              <a:spcAft>
                <a:spcPts val="800"/>
              </a:spcAft>
              <a:defRPr sz="1600"/>
            </a:pPr>
            <a:r>
              <a:t>Recent Uptrend: 4% increase in stock price in last 5 days</a:t>
            </a:r>
          </a:p>
          <a:p>
            <a:pPr>
              <a:lnSpc>
                <a:spcPct val="120000"/>
              </a:lnSpc>
              <a:spcBef>
                <a:spcPts val="800"/>
              </a:spcBef>
              <a:spcAft>
                <a:spcPts val="800"/>
              </a:spcAft>
              <a:defRPr sz="1600"/>
            </a:pPr>
            <a:r>
              <a:t>Concerns over non-AI revenue stability.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Consultancy Services Limited appears promising, with projected earnings growth driven by strategic investments in artificial intelligence and digital solutions. Analysts forecast an EPS growth of 8.8% CAGR and a revenue increase of 6.3% CAGR from ₹2.64 trillion to ₹3.03 trillion by 2028. This growth trajectory is supported by TCS's robust free cash flow generation and a strong focus on shareholder returns, including a significant buy-back program. The company's aggressive push into AI, coupled with its strong operational efficiency, positions TCS as a leader in the evolving tech landscape. Despite some short-term market volatility, the long-term prospects remain favorable, driven by the relentless demand for IT services and digital transformation across industries.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Strong financial metrics and profitability.</a:t>
            </a:r>
          </a:p>
          <a:p>
            <a:pPr>
              <a:spcBef>
                <a:spcPts val="600"/>
              </a:spcBef>
              <a:spcAft>
                <a:spcPts val="600"/>
              </a:spcAft>
              <a:defRPr sz="1600"/>
            </a:pPr>
            <a:r>
              <a:t>Commitment to innovation and AI-driven solutions.</a:t>
            </a:r>
          </a:p>
          <a:p>
            <a:pPr>
              <a:spcBef>
                <a:spcPts val="600"/>
              </a:spcBef>
              <a:spcAft>
                <a:spcPts val="600"/>
              </a:spcAft>
              <a:defRPr sz="1600"/>
            </a:pPr>
            <a:r>
              <a:t>Solid dividend yield and return on equity.</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Based on the comprehensive analysis of Tata Consultancy Services Limited, we recommend a 'Buy' position on TCS.NS. The company’s robust financial performance, characterized by strong revenue growth and profitability margins, alongside its strategic initiatives in artificial intelligence, indicate a compelling investment opportunity. With a solid dividend yield and a commitment to shareholder returns, TCS is well-positioned to capitalize on future growth opportunities in the technology sector. Investors should consider TCS as a reliable choice for both capital appreciation and income generation.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Dependence on non-AI revenue streams.</a:t>
            </a:r>
          </a:p>
          <a:p>
            <a:pPr>
              <a:lnSpc>
                <a:spcPct val="120000"/>
              </a:lnSpc>
              <a:spcBef>
                <a:spcPts val="800"/>
              </a:spcBef>
              <a:spcAft>
                <a:spcPts val="800"/>
              </a:spcAft>
              <a:defRPr sz="1600"/>
            </a:pPr>
            <a:r>
              <a:t>Volatility in the broader Indian stock market.</a:t>
            </a:r>
          </a:p>
          <a:p>
            <a:pPr>
              <a:lnSpc>
                <a:spcPct val="120000"/>
              </a:lnSpc>
              <a:spcBef>
                <a:spcPts val="800"/>
              </a:spcBef>
              <a:spcAft>
                <a:spcPts val="800"/>
              </a:spcAft>
              <a:defRPr sz="1600"/>
            </a:pPr>
            <a:r>
              <a:t>Intense competition in the IT services sector.</a:t>
            </a:r>
          </a:p>
          <a:p>
            <a:pPr>
              <a:lnSpc>
                <a:spcPct val="120000"/>
              </a:lnSpc>
              <a:spcBef>
                <a:spcPts val="800"/>
              </a:spcBef>
              <a:spcAft>
                <a:spcPts val="800"/>
              </a:spcAft>
              <a:defRPr sz="1600"/>
            </a:pPr>
            <a:r>
              <a:t>Regulatory challenges impacting operations.</a:t>
            </a:r>
          </a:p>
          <a:p>
            <a:pPr>
              <a:lnSpc>
                <a:spcPct val="120000"/>
              </a:lnSpc>
              <a:spcBef>
                <a:spcPts val="800"/>
              </a:spcBef>
              <a:spcAft>
                <a:spcPts val="800"/>
              </a:spcAft>
              <a:defRPr sz="1600"/>
            </a:pPr>
            <a:r>
              <a:t>Potential impact of global economic downturns.</a:t>
            </a:r>
          </a:p>
          <a:p>
            <a:pPr>
              <a:lnSpc>
                <a:spcPct val="120000"/>
              </a:lnSpc>
              <a:spcBef>
                <a:spcPts val="800"/>
              </a:spcBef>
              <a:spcAft>
                <a:spcPts val="800"/>
              </a:spcAft>
              <a:defRPr sz="1600"/>
            </a:pPr>
            <a:r>
              <a:t>Technology disruption risks in the industry.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Consultancy Services Limited represents a strong investment opportunity within the technology sector, driven by its innovative solutions and solid financial health. Investors are encouraged to monitor TCS’s performance closely, particularly in light of its strategic initiatives in AI and digital transformation. As the company navigates the current market landscape, maintaining awareness of potential risk factors will be essential. The next steps for investors include considering entry points based on market conditions and evaluating TCS’s performance against its growth projections and competitive landscape.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