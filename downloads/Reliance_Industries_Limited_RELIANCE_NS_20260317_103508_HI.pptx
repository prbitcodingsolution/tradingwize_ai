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Reliance Industries Limited Stock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RELIANCE.NS | March 17,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Company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600"/>
            </a:pPr>
            <a:r>
              <a:t>कंपनी: Reliance Industries Limited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600"/>
            </a:pPr>
            <a:r>
              <a:t>Ticker: RELIANCE.NS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600"/>
            </a:pPr>
            <a:r>
              <a:t>विस्तृत मौलिक विश्लेषण उपलब्ध है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Market Sentiment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600"/>
            </a:pPr>
            <a:r>
              <a:t>वर्तमान भावना: STRONGLY BULLISH 🚀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600"/>
            </a:pPr>
            <a:r>
              <a:t>भविष्य का दृष्टिकोण: POSITIVE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600"/>
            </a:pPr>
            <a:r>
              <a:t>व्यापक बाजार विश्लेषण पर आधारित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Investment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600"/>
            </a:pPr>
            <a:r>
              <a:t>चयन स्थिति: चयनित नहीं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600"/>
            </a:pPr>
            <a:r>
              <a:t>पूर्ण जानकारी के लिए विस्तृत विश्लेषण देखें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600"/>
            </a:pPr>
            <a:r>
              <a:t>निवेश से पहले वित्तीय सलाहकार से परामर्श करें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