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Tata Consultancy Services Limited Stock Analysis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TCS.NS | February 27,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Consultancy Services Limited (TCS) ek leading global provider hai IT services aur consulting ka, jo ki various sectors mein, khas taur par technology mein, strong presence rakhta hai. Yeh 1968 mein establish hua tha aur iska headquarters Mumbai, India mein hai. TCS ne khud ko information technology services industry ka key player bana liya hai. Abhi, stock sentiment bullish hai, jo ki robust financial performance aur positive outlook se driven hai, jo AI aur cloud technology ke advancements se fuel ho raha hai. Company ka market capitalization ₹953,873.00 Cr hai aur yeh apni offerings ko expand karte ja raha hai, future growth ke liye position kar raha hai. Investors ko TCS ko ek strong investment opportunity ke taur par consider karne ke liye encourage kiya ja raha hai, kyunki yeh stability, consistent dividend payouts, aur emerging technologies mein growth potential rakhta hai.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1968 में स्थापित, Mumbai, India में headquartered hai</a:t>
            </a:r>
          </a:p>
          <a:p>
            <a:pPr>
              <a:spcBef>
                <a:spcPts val="600"/>
              </a:spcBef>
              <a:spcAft>
                <a:spcPts val="600"/>
              </a:spcAft>
              <a:defRPr sz="1600"/>
            </a:pPr>
            <a:r>
              <a:t>Duniya bhar mein 608,000 se zyada professionals ko employ karta hai</a:t>
            </a:r>
          </a:p>
          <a:p>
            <a:pPr>
              <a:spcBef>
                <a:spcPts val="600"/>
              </a:spcBef>
              <a:spcAft>
                <a:spcPts val="600"/>
              </a:spcAft>
              <a:defRPr sz="1600"/>
            </a:pPr>
            <a:r>
              <a:t>Cloud, AI, aur data analytics jaise diverse service offerings hai</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Tata Consultancy Services Limited duniya bhar mein comprehensive IT aur IT-enabled services provide karta hai, jismein Americas, Europe, aur Asia mein notable operations hain. Company ne advanced platforms ka ek suite develop kiya hai jaise TCS ADD for life sciences aur TCS BaNCS for financial services, jo innovation ke liye uski commitment ko reflect karta hai. 600,000 se zyada employees ke saath, TCS diverse client needs ko handle karne ke liye well-equipped hai aur actively AI mein invest kar raha hai taaki service delivery aur operational efficiency ko enhance kiya ja sake.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₹260,802.01 Cr</a:t>
            </a:r>
          </a:p>
          <a:p>
            <a:pPr>
              <a:lnSpc>
                <a:spcPct val="120000"/>
              </a:lnSpc>
              <a:spcBef>
                <a:spcPts val="800"/>
              </a:spcBef>
              <a:spcAft>
                <a:spcPts val="800"/>
              </a:spcAft>
              <a:defRPr sz="1600"/>
            </a:pPr>
            <a:r>
              <a:t>Net Profit (TTM): ₹47,716.00 Cr</a:t>
            </a:r>
          </a:p>
          <a:p>
            <a:pPr>
              <a:lnSpc>
                <a:spcPct val="120000"/>
              </a:lnSpc>
              <a:spcBef>
                <a:spcPts val="800"/>
              </a:spcBef>
              <a:spcAft>
                <a:spcPts val="800"/>
              </a:spcAft>
              <a:defRPr sz="1600"/>
            </a:pPr>
            <a:r>
              <a:t>EBITDA: ₹68,208.00 Cr</a:t>
            </a:r>
          </a:p>
          <a:p>
            <a:pPr>
              <a:lnSpc>
                <a:spcPct val="120000"/>
              </a:lnSpc>
              <a:spcBef>
                <a:spcPts val="800"/>
              </a:spcBef>
              <a:spcAft>
                <a:spcPts val="800"/>
              </a:spcAft>
              <a:defRPr sz="1600"/>
            </a:pPr>
            <a:r>
              <a:t>EPS: ₹131.86</a:t>
            </a:r>
          </a:p>
          <a:p>
            <a:pPr>
              <a:lnSpc>
                <a:spcPct val="120000"/>
              </a:lnSpc>
              <a:spcBef>
                <a:spcPts val="800"/>
              </a:spcBef>
              <a:spcAft>
                <a:spcPts val="800"/>
              </a:spcAft>
              <a:defRPr sz="1600"/>
            </a:pPr>
            <a:r>
              <a:t>Dividend Yield: 2.26%</a:t>
            </a:r>
          </a:p>
          <a:p>
            <a:pPr>
              <a:lnSpc>
                <a:spcPct val="120000"/>
              </a:lnSpc>
              <a:spcBef>
                <a:spcPts val="800"/>
              </a:spcBef>
              <a:spcAft>
                <a:spcPts val="800"/>
              </a:spcAft>
              <a:defRPr sz="1600"/>
            </a:pPr>
            <a:r>
              <a:t>Payout Ratio: 94.00%</a:t>
            </a:r>
          </a:p>
          <a:p>
            <a:pPr>
              <a:lnSpc>
                <a:spcPct val="120000"/>
              </a:lnSpc>
              <a:spcBef>
                <a:spcPts val="800"/>
              </a:spcBef>
              <a:spcAft>
                <a:spcPts val="800"/>
              </a:spcAft>
              <a:defRPr sz="1600"/>
            </a:pPr>
            <a:r>
              <a:t>Total Assets: ₹66,829.00 Cr</a:t>
            </a:r>
          </a:p>
          <a:p>
            <a:pPr>
              <a:lnSpc>
                <a:spcPct val="120000"/>
              </a:lnSpc>
              <a:spcBef>
                <a:spcPts val="800"/>
              </a:spcBef>
              <a:spcAft>
                <a:spcPts val="800"/>
              </a:spcAft>
              <a:defRPr sz="1600"/>
            </a:pPr>
            <a:r>
              <a:t>Total Liabilities: ₹14,462.00 Cr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Consultancy Services ne solid financial health dikhayi hai, jisme steady revenue stream ₹260,802.01 Cr aur net profit ₹47,716.00 Cr hai. Company ka EBITDA ₹68,208.00 Cr hai, jo strong operational efficiency ko highlight karta hai. Ek impressive profit margin 18.39% aur robust operating margin 27.00% ke saath, TCS apni profitability ko market fluctuations ke bawajood maintain karne ki ability dikhata hai. High payout ratio 94.00% yeh indicate karta hai ki company shareholders ko value return karne ke liye committed hai, jo isse ek attractive dividend stock banata hai. Overall financial metrics stable foundation dikhate hain ongoing growth aur resilience ke liye competitive IT sector mein.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₹2,636.00</a:t>
            </a:r>
          </a:p>
          <a:p>
            <a:pPr>
              <a:lnSpc>
                <a:spcPct val="120000"/>
              </a:lnSpc>
              <a:spcBef>
                <a:spcPts val="800"/>
              </a:spcBef>
              <a:spcAft>
                <a:spcPts val="800"/>
              </a:spcAft>
              <a:defRPr sz="1600"/>
            </a:pPr>
            <a:r>
              <a:t>52-Week High: ₹3,710.00</a:t>
            </a:r>
          </a:p>
          <a:p>
            <a:pPr>
              <a:lnSpc>
                <a:spcPct val="120000"/>
              </a:lnSpc>
              <a:spcBef>
                <a:spcPts val="800"/>
              </a:spcBef>
              <a:spcAft>
                <a:spcPts val="800"/>
              </a:spcAft>
              <a:defRPr sz="1600"/>
            </a:pPr>
            <a:r>
              <a:t>52-Week Low: ₹2,561.30</a:t>
            </a:r>
          </a:p>
          <a:p>
            <a:pPr>
              <a:lnSpc>
                <a:spcPct val="120000"/>
              </a:lnSpc>
              <a:spcBef>
                <a:spcPts val="800"/>
              </a:spcBef>
              <a:spcAft>
                <a:spcPts val="800"/>
              </a:spcAft>
              <a:defRPr sz="1600"/>
            </a:pPr>
            <a:r>
              <a:t>Market Capitalization: ₹953,873.00 Cr</a:t>
            </a:r>
          </a:p>
          <a:p>
            <a:pPr>
              <a:lnSpc>
                <a:spcPct val="120000"/>
              </a:lnSpc>
              <a:spcBef>
                <a:spcPts val="800"/>
              </a:spcBef>
              <a:spcAft>
                <a:spcPts val="800"/>
              </a:spcAft>
              <a:defRPr sz="1600"/>
            </a:pPr>
            <a:r>
              <a:t>Beta (Volatility): 0.25</a:t>
            </a:r>
          </a:p>
          <a:p>
            <a:pPr>
              <a:lnSpc>
                <a:spcPct val="120000"/>
              </a:lnSpc>
              <a:spcBef>
                <a:spcPts val="800"/>
              </a:spcBef>
              <a:spcAft>
                <a:spcPts val="800"/>
              </a:spcAft>
              <a:defRPr sz="1600"/>
            </a:pPr>
            <a:r>
              <a:t>Average Volume: 33.35 L</a:t>
            </a:r>
          </a:p>
          <a:p>
            <a:pPr>
              <a:lnSpc>
                <a:spcPct val="120000"/>
              </a:lnSpc>
              <a:spcBef>
                <a:spcPts val="800"/>
              </a:spcBef>
              <a:spcAft>
                <a:spcPts val="800"/>
              </a:spcAft>
              <a:defRPr sz="1600"/>
            </a:pPr>
            <a:r>
              <a:t>Recent 1-Year Change: -27.93%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IT services sector mein leading player</a:t>
            </a:r>
          </a:p>
          <a:p>
            <a:pPr>
              <a:spcBef>
                <a:spcPts val="600"/>
              </a:spcBef>
              <a:spcAft>
                <a:spcPts val="600"/>
              </a:spcAft>
              <a:defRPr sz="1600"/>
            </a:pPr>
            <a:r>
              <a:t>AI aur cloud services mein strong competitive advantage</a:t>
            </a:r>
          </a:p>
          <a:p>
            <a:pPr>
              <a:spcBef>
                <a:spcPts val="600"/>
              </a:spcBef>
              <a:spcAft>
                <a:spcPts val="600"/>
              </a:spcAft>
              <a:defRPr sz="1600"/>
            </a:pPr>
            <a:r>
              <a:t>Promoter holding 71.77% hai, jo strong insider confidence dikhata hai</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Tata Consultancy Services global IT services market mein ek prominent position rakhta hai, jahan yeh Infosys aur Wipro jaise major firms ke against compete karta hai. Iski strategic investments artificial intelligence aur cloud computing mein iski competitive edge ko solidify karte hain, jiski wajah se TCS cutting-edge solutions offer kar pa raha hai. Promoter holding 71.77% hone ke saath, TCS apne future performance mein strong internal confidence dikhata hai, jo investor trust aur market stability maintain karne ke liye crucial hai.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Overall Sentiment Score: 31.9/100 (Bullish)</a:t>
            </a:r>
          </a:p>
          <a:p>
            <a:pPr>
              <a:lnSpc>
                <a:spcPct val="120000"/>
              </a:lnSpc>
              <a:spcBef>
                <a:spcPts val="800"/>
              </a:spcBef>
              <a:spcAft>
                <a:spcPts val="800"/>
              </a:spcAft>
              <a:defRPr sz="1600"/>
            </a:pPr>
            <a:r>
              <a:t>News Sentiment: 49.9/100 (Strongly Bullish)</a:t>
            </a:r>
          </a:p>
          <a:p>
            <a:pPr>
              <a:lnSpc>
                <a:spcPct val="120000"/>
              </a:lnSpc>
              <a:spcBef>
                <a:spcPts val="800"/>
              </a:spcBef>
              <a:spcAft>
                <a:spcPts val="800"/>
              </a:spcAft>
              <a:defRPr sz="1600"/>
            </a:pPr>
            <a:r>
              <a:t>Yahoo Finance Rating: 60.0/100 (Buy)</a:t>
            </a:r>
          </a:p>
          <a:p>
            <a:pPr>
              <a:lnSpc>
                <a:spcPct val="120000"/>
              </a:lnSpc>
              <a:spcBef>
                <a:spcPts val="800"/>
              </a:spcBef>
              <a:spcAft>
                <a:spcPts val="800"/>
              </a:spcAft>
              <a:defRPr sz="1600"/>
            </a:pPr>
            <a:r>
              <a:t>Positive Tweets: 35.3% vs Negative: 29.4%</a:t>
            </a:r>
          </a:p>
          <a:p>
            <a:pPr>
              <a:lnSpc>
                <a:spcPct val="120000"/>
              </a:lnSpc>
              <a:spcBef>
                <a:spcPts val="800"/>
              </a:spcBef>
              <a:spcAft>
                <a:spcPts val="800"/>
              </a:spcAft>
              <a:defRPr sz="1600"/>
            </a:pPr>
            <a:r>
              <a:t>Analysts dekhte hain 30-50% upside agle 12-36 months mein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Consultancy Services ka future outlook kaafi positive hai, jise support mil raha hai 8.8% CAGR in earnings aur 6.3% CAGR in revenue ki projections se agle teen se paanch saalon mein. Jaise TCS innovate kar raha hai aur apne service offerings ko expand kar raha hai, khaas taur par AI aur cloud solutions mein, company market trends ko leverage karne ke liye achhe position mein hai. Analysts anticipate karte hain ki return on equity 44.7% tak pahunch jayega teen saalon mein, jo TCS ke efficient capital use ko highlight karta hai. Jo robust cash generation expect kiya ja raha hai, wo ongoing dividends aur potential acquisitions ko facilitate karega, jo shareholder value ko aur enhance karega. Overall, consensus view bullish hai, aur aane wale saalon mein significant upside potential ki ummeed hai.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Strong potential for growth AI aur cloud expansion ke saath</a:t>
            </a:r>
          </a:p>
          <a:p>
            <a:pPr>
              <a:spcBef>
                <a:spcPts val="600"/>
              </a:spcBef>
              <a:spcAft>
                <a:spcPts val="600"/>
              </a:spcAft>
              <a:defRPr sz="1600"/>
            </a:pPr>
            <a:r>
              <a:t>Stable dividend yield jo attractive income offer karta hai</a:t>
            </a:r>
          </a:p>
          <a:p>
            <a:pPr>
              <a:spcBef>
                <a:spcPts val="600"/>
              </a:spcBef>
              <a:spcAft>
                <a:spcPts val="600"/>
              </a:spcAft>
              <a:defRPr sz="1600"/>
            </a:pPr>
            <a:r>
              <a:t>Current valuation growth potential ke comparison mein undervalued lagta hai</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Tata Consultancy Services ke solid financial metrics, positive market sentiment, aur high-growth areas jaise AI mein strategic positioning ko dekhte hue, hum long-term investors ke liye 'Buy' recommend karte hain. Company ka strong dividend history aur innovation ke liye commitment ise un logon ke liye appealing option banata hai jo growth aur income dono chahte hain. Analysts substantial upside potential ki prediction kar rahe hain, isliye TCS technology sector mein ek compelling investment opportunity ke roop mein ubhar raha hai.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Global economic fluctuations ka IT spending par impact hona</a:t>
            </a:r>
          </a:p>
          <a:p>
            <a:pPr>
              <a:lnSpc>
                <a:spcPct val="120000"/>
              </a:lnSpc>
              <a:spcBef>
                <a:spcPts val="800"/>
              </a:spcBef>
              <a:spcAft>
                <a:spcPts val="800"/>
              </a:spcAft>
              <a:defRPr sz="1600"/>
            </a:pPr>
            <a:r>
              <a:t>Dusre IT service providers se badh raha competition</a:t>
            </a:r>
          </a:p>
          <a:p>
            <a:pPr>
              <a:lnSpc>
                <a:spcPct val="120000"/>
              </a:lnSpc>
              <a:spcBef>
                <a:spcPts val="800"/>
              </a:spcBef>
              <a:spcAft>
                <a:spcPts val="800"/>
              </a:spcAft>
              <a:defRPr sz="1600"/>
            </a:pPr>
            <a:r>
              <a:t>Key markets mein regulatory changes jo operations ko affect kar rahe hain</a:t>
            </a:r>
          </a:p>
          <a:p>
            <a:pPr>
              <a:lnSpc>
                <a:spcPct val="120000"/>
              </a:lnSpc>
              <a:spcBef>
                <a:spcPts val="800"/>
              </a:spcBef>
              <a:spcAft>
                <a:spcPts val="800"/>
              </a:spcAft>
              <a:defRPr sz="1600"/>
            </a:pPr>
            <a:r>
              <a:t>Revenue ke liye US market par high dependence</a:t>
            </a:r>
          </a:p>
          <a:p>
            <a:pPr>
              <a:lnSpc>
                <a:spcPct val="120000"/>
              </a:lnSpc>
              <a:spcBef>
                <a:spcPts val="800"/>
              </a:spcBef>
              <a:spcAft>
                <a:spcPts val="800"/>
              </a:spcAft>
              <a:defRPr sz="1600"/>
            </a:pPr>
            <a:r>
              <a:t>AI-related uncertainties ki wajah se potential volatility</a:t>
            </a:r>
          </a:p>
          <a:p>
            <a:pPr>
              <a:lnSpc>
                <a:spcPct val="120000"/>
              </a:lnSpc>
              <a:spcBef>
                <a:spcPts val="800"/>
              </a:spcBef>
              <a:spcAft>
                <a:spcPts val="800"/>
              </a:spcAft>
              <a:defRPr sz="1600"/>
            </a:pPr>
            <a:r>
              <a:t>Foreign exchange risk jo earnings ko impact kar raha hai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Ant mein, Tata Consultancy Services Limited ek strong investment case present karta hai jo robust financial performance aur positive market sentiment se backed hai. Jabki kuch inherent risks hain, company ka strategic focus AI aur cloud services par ise future growth ke liye achhe position mein rakhta hai. Investors ko TCS mein apne positions shuru karne ya badhane par vichar karna chahiye, iski current undervaluation ka fayda uthane ke liye. Next steps mein market trends, earnings reports, aur strategic initiatives par updates ko monitor karna shamil hai, taaki informed decision-making aage ke liye ho sake.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