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(TCS.NS)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19,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is a leading global IT services, consulting, and business solutions organization. Founded in 1968 and headquartered in Mumbai, India, TCS has grown to employ over 608,000 professionals across the globe. The company provides a wide range of IT services, including AI-powered platforms, cloud solutions, and digital transformation initiatives. With a current bullish sentiment and a market capitalization of ₹980,248.00 Cr, TCS presents a compelling investment opportunity. The company has demonstrated robust financial performance, with a revenue of ₹260,802.01 Cr and a net profit of ₹47,716.00 Cr. Analysts maintain a positive outlook, driven by TCS's strategic investments in AI and its strong market position in the technology sector.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headquartered in Mumbai, India.</a:t>
            </a:r>
          </a:p>
          <a:p>
            <a:pPr>
              <a:spcBef>
                <a:spcPts val="600"/>
              </a:spcBef>
              <a:spcAft>
                <a:spcPts val="600"/>
              </a:spcAft>
              <a:defRPr sz="1600"/>
            </a:pPr>
            <a:r>
              <a:t>Employs over 608,000 professionals worldwide.</a:t>
            </a:r>
          </a:p>
          <a:p>
            <a:pPr>
              <a:spcBef>
                <a:spcPts val="600"/>
              </a:spcBef>
              <a:spcAft>
                <a:spcPts val="600"/>
              </a:spcAft>
              <a:defRPr sz="1600"/>
            </a:pPr>
            <a:r>
              <a:t>Offers a suite of IT and IT-enabled services.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Limited provides comprehensive IT solutions across various sectors, including financial services, healthcare, and retail. Its portfolio includes cutting-edge platforms such as TCS ADD, TCS BaNCS, and TCS iON, which cater to diverse business needs. TCS's business model focuses on leveraging advanced technologies like AI and cloud computing to drive efficiency and innovation for its clients, thereby establishing itself as a leader in the global IT services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₹131.78</a:t>
            </a:r>
          </a:p>
          <a:p>
            <a:pPr>
              <a:lnSpc>
                <a:spcPct val="120000"/>
              </a:lnSpc>
              <a:spcBef>
                <a:spcPts val="800"/>
              </a:spcBef>
              <a:spcAft>
                <a:spcPts val="800"/>
              </a:spcAft>
              <a:defRPr sz="1600"/>
            </a:pPr>
            <a:r>
              <a:t>Dividend Yield: 2.19%</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₹1.75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exhibits strong financial health, as evidenced by its impressive revenue of ₹260,802.01 Cr and a net profit margin of 18.39%. The company's EBITDA stands at ₹68,208.00 Cr, reflecting its operational efficiency. With an EPS of ₹131.78 and a high dividend payout ratio of 94%, TCS demonstrates its commitment to returning value to shareholders. The balance sheet is robust, with total assets of ₹66,829.00 Cr against total liabilities of ₹1.75 L, resulting in a favorable debt-to-equity ratio of 0.01. Overall, TCS's financial metrics indicate a strong capacity for growth and profitability.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₹2,709.00</a:t>
            </a:r>
          </a:p>
          <a:p>
            <a:pPr>
              <a:lnSpc>
                <a:spcPct val="120000"/>
              </a:lnSpc>
              <a:spcBef>
                <a:spcPts val="800"/>
              </a:spcBef>
              <a:spcAft>
                <a:spcPts val="800"/>
              </a:spcAft>
              <a:defRPr sz="1600"/>
            </a:pPr>
            <a:r>
              <a:t>52-Week High: ₹3,924.40</a:t>
            </a:r>
          </a:p>
          <a:p>
            <a:pPr>
              <a:lnSpc>
                <a:spcPct val="120000"/>
              </a:lnSpc>
              <a:spcBef>
                <a:spcPts val="800"/>
              </a:spcBef>
              <a:spcAft>
                <a:spcPts val="800"/>
              </a:spcAft>
              <a:defRPr sz="1600"/>
            </a:pPr>
            <a:r>
              <a:t>52-Week Low: ₹2,585.00</a:t>
            </a:r>
          </a:p>
          <a:p>
            <a:pPr>
              <a:lnSpc>
                <a:spcPct val="120000"/>
              </a:lnSpc>
              <a:spcBef>
                <a:spcPts val="800"/>
              </a:spcBef>
              <a:spcAft>
                <a:spcPts val="800"/>
              </a:spcAft>
              <a:defRPr sz="1600"/>
            </a:pPr>
            <a:r>
              <a:t>Market Capitalization: ₹980,248.00 Cr</a:t>
            </a:r>
          </a:p>
          <a:p>
            <a:pPr>
              <a:lnSpc>
                <a:spcPct val="120000"/>
              </a:lnSpc>
              <a:spcBef>
                <a:spcPts val="800"/>
              </a:spcBef>
              <a:spcAft>
                <a:spcPts val="800"/>
              </a:spcAft>
              <a:defRPr sz="1600"/>
            </a:pPr>
            <a:r>
              <a:t>Beta (Volatility): 0.25</a:t>
            </a:r>
          </a:p>
          <a:p>
            <a:pPr>
              <a:lnSpc>
                <a:spcPct val="120000"/>
              </a:lnSpc>
              <a:spcBef>
                <a:spcPts val="800"/>
              </a:spcBef>
              <a:spcAft>
                <a:spcPts val="800"/>
              </a:spcAft>
              <a:defRPr sz="1600"/>
            </a:pPr>
            <a:r>
              <a:t>1-Year Change: -28.38%</a:t>
            </a:r>
          </a:p>
          <a:p>
            <a:pPr>
              <a:lnSpc>
                <a:spcPct val="120000"/>
              </a:lnSpc>
              <a:spcBef>
                <a:spcPts val="800"/>
              </a:spcBef>
              <a:spcAft>
                <a:spcPts val="800"/>
              </a:spcAft>
              <a:defRPr sz="1600"/>
            </a:pPr>
            <a:r>
              <a:t>5-Year CAGR: 18.00%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Leading player in the IT services sector.</a:t>
            </a:r>
          </a:p>
          <a:p>
            <a:pPr>
              <a:spcBef>
                <a:spcPts val="600"/>
              </a:spcBef>
              <a:spcAft>
                <a:spcPts val="600"/>
              </a:spcAft>
              <a:defRPr sz="1600"/>
            </a:pPr>
            <a:r>
              <a:t>Strong presence in AI and cloud-based solutions.</a:t>
            </a:r>
          </a:p>
          <a:p>
            <a:pPr>
              <a:spcBef>
                <a:spcPts val="600"/>
              </a:spcBef>
              <a:spcAft>
                <a:spcPts val="600"/>
              </a:spcAft>
              <a:defRPr sz="1600"/>
            </a:pPr>
            <a:r>
              <a:t>Robust competitive advantage over regional peers.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stands as a dominant force in the global IT services landscape, bolstered by its extensive service offerings and strategic partnerships. The company has successfully positioned itself at the forefront of technological innovation, particularly in AI and cloud solutions, which are critical growth areas. This competitive edge allows TCS to serve a diverse client base across various sectors, thereby maintaining its status as a market leader in the IT industry.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39.0/100 (Bullish)</a:t>
            </a:r>
          </a:p>
          <a:p>
            <a:pPr>
              <a:lnSpc>
                <a:spcPct val="120000"/>
              </a:lnSpc>
              <a:spcBef>
                <a:spcPts val="800"/>
              </a:spcBef>
              <a:spcAft>
                <a:spcPts val="800"/>
              </a:spcAft>
              <a:defRPr sz="1600"/>
            </a:pPr>
            <a:r>
              <a:t>News Sentiment: 60/100 (Bullish)</a:t>
            </a:r>
          </a:p>
          <a:p>
            <a:pPr>
              <a:lnSpc>
                <a:spcPct val="120000"/>
              </a:lnSpc>
              <a:spcBef>
                <a:spcPts val="800"/>
              </a:spcBef>
              <a:spcAft>
                <a:spcPts val="800"/>
              </a:spcAft>
              <a:defRPr sz="1600"/>
            </a:pPr>
            <a:r>
              <a:t>Yahoo Finance Rating: 75/100 (Buy)</a:t>
            </a:r>
          </a:p>
          <a:p>
            <a:pPr>
              <a:lnSpc>
                <a:spcPct val="120000"/>
              </a:lnSpc>
              <a:spcBef>
                <a:spcPts val="800"/>
              </a:spcBef>
              <a:spcAft>
                <a:spcPts val="800"/>
              </a:spcAft>
              <a:defRPr sz="1600"/>
            </a:pPr>
            <a:r>
              <a:t>Twitter/X Sentiment: -25/100 (Bearish)</a:t>
            </a:r>
          </a:p>
          <a:p>
            <a:pPr>
              <a:lnSpc>
                <a:spcPct val="120000"/>
              </a:lnSpc>
              <a:spcBef>
                <a:spcPts val="800"/>
              </a:spcBef>
              <a:spcAft>
                <a:spcPts val="800"/>
              </a:spcAft>
              <a:defRPr sz="1600"/>
            </a:pPr>
            <a:r>
              <a:t>Recent Stock Price Increase: 4% in 5 days</a:t>
            </a:r>
          </a:p>
          <a:p>
            <a:pPr>
              <a:lnSpc>
                <a:spcPct val="120000"/>
              </a:lnSpc>
              <a:spcBef>
                <a:spcPts val="800"/>
              </a:spcBef>
              <a:spcAft>
                <a:spcPts val="800"/>
              </a:spcAft>
              <a:defRPr sz="1600"/>
            </a:pPr>
            <a:r>
              <a:t>Concerns over flat non-AI revenue growth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Limited appears promising, driven by strategic initiatives and robust market demand. Analysts forecast an EPS growth of 8.8% CAGR and revenue growth of 6.3% CAGR through 2028, with revenue projected to rise from ₹2.64 trillion to ₹3.03 trillion. TCS's aggressive push into AI and its partnerships with major tech companies like OpenAI are pivotal in enhancing its service offerings. Additionally, the company's strong free cash flow generation supports its generous dividend policy and stock buy-back initiatives, positioning it well for sustained growth amidst evolving market dynamics.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Strong financial metrics with healthy margins.</a:t>
            </a:r>
          </a:p>
          <a:p>
            <a:pPr>
              <a:spcBef>
                <a:spcPts val="600"/>
              </a:spcBef>
              <a:spcAft>
                <a:spcPts val="600"/>
              </a:spcAft>
              <a:defRPr sz="1600"/>
            </a:pPr>
            <a:r>
              <a:t>Bullish market sentiment and strategic partnerships.</a:t>
            </a:r>
          </a:p>
          <a:p>
            <a:pPr>
              <a:spcBef>
                <a:spcPts val="600"/>
              </a:spcBef>
              <a:spcAft>
                <a:spcPts val="600"/>
              </a:spcAft>
              <a:defRPr sz="1600"/>
            </a:pPr>
            <a:r>
              <a:t>Long-term growth potential in AI and cloud services.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Tata Consultancy Services Limited's robust financial performance, positive market sentiment, and strategic focus on AI and cloud solutions, we recommend a 'Buy' for investors looking for long-term growth potential. The company has consistently demonstrated its ability to adapt to changing market conditions while maintaining strong profitability and shareholder returns. As TCS continues to innovate and expand its service offerings, it is well-positioned to capitalize on future growth opportunities.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Concerns over flat non-AI revenue growth.</a:t>
            </a:r>
          </a:p>
          <a:p>
            <a:pPr>
              <a:lnSpc>
                <a:spcPct val="120000"/>
              </a:lnSpc>
              <a:spcBef>
                <a:spcPts val="800"/>
              </a:spcBef>
              <a:spcAft>
                <a:spcPts val="800"/>
              </a:spcAft>
              <a:defRPr sz="1600"/>
            </a:pPr>
            <a:r>
              <a:t>Increased competition from global and regional players.</a:t>
            </a:r>
          </a:p>
          <a:p>
            <a:pPr>
              <a:lnSpc>
                <a:spcPct val="120000"/>
              </a:lnSpc>
              <a:spcBef>
                <a:spcPts val="800"/>
              </a:spcBef>
              <a:spcAft>
                <a:spcPts val="800"/>
              </a:spcAft>
              <a:defRPr sz="1600"/>
            </a:pPr>
            <a:r>
              <a:t>Potential impacts of geopolitical tensions on operations.</a:t>
            </a:r>
          </a:p>
          <a:p>
            <a:pPr>
              <a:lnSpc>
                <a:spcPct val="120000"/>
              </a:lnSpc>
              <a:spcBef>
                <a:spcPts val="800"/>
              </a:spcBef>
              <a:spcAft>
                <a:spcPts val="800"/>
              </a:spcAft>
              <a:defRPr sz="1600"/>
            </a:pPr>
            <a:r>
              <a:t>Volatility in currency exchange rates affecting margins.</a:t>
            </a:r>
          </a:p>
          <a:p>
            <a:pPr>
              <a:lnSpc>
                <a:spcPct val="120000"/>
              </a:lnSpc>
              <a:spcBef>
                <a:spcPts val="800"/>
              </a:spcBef>
              <a:spcAft>
                <a:spcPts val="800"/>
              </a:spcAft>
              <a:defRPr sz="1600"/>
            </a:pPr>
            <a:r>
              <a:t>Market sentiment fluctuations due to broader economic conditions.</a:t>
            </a:r>
          </a:p>
          <a:p>
            <a:pPr>
              <a:lnSpc>
                <a:spcPct val="120000"/>
              </a:lnSpc>
              <a:spcBef>
                <a:spcPts val="800"/>
              </a:spcBef>
              <a:spcAft>
                <a:spcPts val="800"/>
              </a:spcAft>
              <a:defRPr sz="1600"/>
            </a:pPr>
            <a:r>
              <a:t>Regulatory changes in key markets posing risks.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presents a compelling investment opportunity with its strong financial metrics, positive market outlook, and strategic initiatives in AI and cloud services. Investors should closely monitor the company's performance and broader market conditions, while considering entry points to capitalize on potential growth. As TCS continues to innovate and adapt, it offers a promising avenue for long-term investment. Next steps include conducting further analysis on specific market trends and competitor positioning to inform future investment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