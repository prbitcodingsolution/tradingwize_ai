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Tata Investment Corporation Limited Stock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TATAINVEST.NS | February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Company: Tata Investment Corporation Limited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Ticker: TATAINVEST.NS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Detailed fundamental analysis available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Market 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Current Sentiment: BULLISH 📈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Future Outlook: POSITIVE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Based on comprehensive market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Investment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Selection Status: SELECTED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Review detailed analysis for complete insights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600"/>
            </a:pPr>
            <a:r>
              <a:t>Consult with financial advisor before investing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