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Reliance Industries Limited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RELIANCE.NS | March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Company: Reliance Industries Limited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Ticker: RELIANCE.NS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Detailed fundamental analysis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Sentiment: STRONGLY BULLISH 🚀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Future Outlook: POSITIVE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Based on comprehensive market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Selection Status: NOT SELECTED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Review detailed analysis for complete insights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Consult with financial advisor before investing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